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DACED-162F-43D8-A4D4-7AC65EA45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2A7965-0155-4678-BC31-B3A85110E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DE86FE-7B44-4B19-98F5-68A19BBD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1CA11-FEA1-4820-BAB3-281C2E63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25490F-0E5A-4487-832A-FC66260C2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928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A9EE5-92A3-415E-8637-9DF0E92A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F0AC5E-7428-40DF-973D-93EFDE44F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F09251-A769-4FEC-9598-053FA3C4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EDF464-9BE7-4D49-8C19-5877E74E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4B1C31-0F4E-4A7D-A3AB-05D38696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06325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09A0B-AA6A-44CB-9E16-BD36BE223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3568F4-DFC8-481C-AE41-A359130A2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72FE15-B121-4CA4-BFCF-034D472A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D3CCCA-646D-49A4-9184-BE56D123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1F9690-AD2E-43CC-BC56-A879A8BA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8541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5450C-6163-4568-96FC-F8C1E352A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A9295F-E0D4-4C27-8B79-DA0C33B1E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3F10D1-8478-4F98-954E-3265861AD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AEAB9C-BA07-445F-BFC5-4979D2CB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E76BC1-59DE-46BF-8092-584964E5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D33E2A-00AF-457F-9CBE-9D0CCAD9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3431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88B7D-B06D-42D2-8EB7-53888501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73DF78-68DC-425A-BF4F-3151E661F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6D75DA-1BD3-4F14-942D-B07017F7C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F360CA-6B7D-46CA-A97A-F79B55422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CC8758-C270-4FEC-B3EE-1B43EF05D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C1BBF73-2189-4CCC-9899-F3AF9B14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088890A-6E8E-4D76-B4CF-231D3A0F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9181D6-8AD0-45D9-81FC-BA29AAB1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1486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BB2BA-F513-4934-AC78-0AAD37C4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CA5401-A128-41DA-AE8D-091D0EB2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90F37B-78CF-4623-A8CE-8BBF33FC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04FD2D-B1B4-41DC-895A-EDA1824A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8078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AC5A5B-C9D5-4DDA-815C-95BA1037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24EB615-25DB-431D-98A9-67313739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296B20-08F1-4F74-9BC8-370E1CD6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8852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88936-F803-4A86-ACD2-586D7B908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D4730A-97CD-481E-A767-0B5EB79E7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355494-76B6-44DD-837A-4505F77EA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6D2EFA-CAAF-4418-8117-B53F7758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B1FDA6-A185-45C6-8D55-955E5291C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D0C3F7-1C47-452C-AB44-056B71B2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9729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9A48D-7D0F-4A5A-A0B2-7B4DAAFB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CD92EA-42AE-4C40-93F2-1CC6E6064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BBA125-54DA-42CD-945E-89B990F5C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102903-AE28-48D9-92E8-8F523BE95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2978-2CEA-4EE4-9EBC-3259603FB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256C22-3239-4349-8B4C-C48C2B0D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03655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7F7E4-7D28-4F09-B9E7-C9E4483C4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D0FD87-C97B-4B41-96D5-7AE53E88E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1749E9-9725-44E5-AF36-E0FFA4E5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6B47C7-40CF-4AF0-994F-6024FC1F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3A3958-2742-40A8-8AE4-4CD7B027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7624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AA4141-82A4-4F83-90AF-517AEA5919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E6A1B7-E601-494F-892D-628EA1453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DCBC9B-1D6B-4148-81A1-008B0D7C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12F78F-33D8-40D7-8EA8-00BD036A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828CB-B82E-410A-8878-7A840B8C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34552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228623-F0DC-4817-8229-EFDFBDB6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EF34EE-523D-4A7F-911A-BFB4A6807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477A38-EABF-4D32-AE6A-C951C7519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A1DED-8FCA-44A9-BED9-E9E95DBF6282}" type="datetimeFigureOut">
              <a:rPr lang="es-GT" smtClean="0"/>
              <a:t>4/10/2024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22E58B-714D-4819-88DA-D4833BFBD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61A359-D357-4834-B8ED-0A464B1DC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56F79-B9D3-4AE3-8D31-0858773F263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6783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21D9EC1-77C9-499C-B038-6736036FC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</a:rPr>
              <a:t>PASO 1: </a:t>
            </a:r>
            <a:r>
              <a:rPr lang="en-US" b="1" dirty="0" err="1">
                <a:latin typeface="Arial"/>
              </a:rPr>
              <a:t>Loguearse</a:t>
            </a:r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879921-9E81-49D5-AB4B-E0B957A0390D}"/>
              </a:ext>
            </a:extLst>
          </p:cNvPr>
          <p:cNvPicPr/>
          <p:nvPr/>
        </p:nvPicPr>
        <p:blipFill rotWithShape="1">
          <a:blip r:embed="rId2"/>
          <a:srcRect l="30767" t="35994" r="43074" b="28405"/>
          <a:stretch/>
        </p:blipFill>
        <p:spPr>
          <a:xfrm>
            <a:off x="3347209" y="1602300"/>
            <a:ext cx="4806890" cy="388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8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B2304-5507-418E-A545-FBA0E11A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39844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PASO 2: Registrar solicitudes de asistencia alimentaria utilizando el botón Nueva Solicitud</a:t>
            </a:r>
            <a:br>
              <a:rPr lang="es-GT" dirty="0"/>
            </a:br>
            <a:endParaRPr lang="es-GT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36EB1C-5BF3-44A6-BDA0-7E408CE66299}"/>
              </a:ext>
            </a:extLst>
          </p:cNvPr>
          <p:cNvPicPr/>
          <p:nvPr/>
        </p:nvPicPr>
        <p:blipFill rotWithShape="1">
          <a:blip r:embed="rId2"/>
          <a:srcRect t="7758" b="21057"/>
          <a:stretch/>
        </p:blipFill>
        <p:spPr>
          <a:xfrm>
            <a:off x="838200" y="1719743"/>
            <a:ext cx="10515600" cy="461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1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2783E-5452-477B-BA40-65F5FA1B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Ventana modal Nueva Solicitud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025A02-D221-40F0-A35E-9905715410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34936" y="1446895"/>
            <a:ext cx="7253680" cy="504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7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9E265-44F7-4D30-82A4-6BA6D706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 dirty="0"/>
              <a:t>También puede modificar o eliminar una solicitud previamente creada utilizando los botones Editar o Eliminar</a:t>
            </a:r>
            <a:br>
              <a:rPr lang="es-GT" sz="3200" dirty="0"/>
            </a:br>
            <a:endParaRPr lang="es-GT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8BD63E-2112-4302-93DF-1B3F0DC639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16822" y="1337839"/>
            <a:ext cx="7790576" cy="515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8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079D4-19E8-45B8-9A7E-150A6242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2800" dirty="0"/>
              <a:t>Si elegimos Editar podrá cambiar el tipo de intervención, las fechas de Ingreso a despacho o a la unidad, la unidad y cambiar el documento</a:t>
            </a:r>
            <a:br>
              <a:rPr lang="es-GT" sz="2800" dirty="0"/>
            </a:br>
            <a:endParaRPr lang="es-GT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2F6FF1-49E7-4239-9BC9-0C036B420E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90319" y="1270729"/>
            <a:ext cx="8528808" cy="522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64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A0332-4BD4-4516-8FBD-4586CD0BE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 dirty="0"/>
              <a:t>Si elegimos Eliminar le solicitará que confirme la eliminación</a:t>
            </a:r>
            <a:br>
              <a:rPr lang="es-GT" sz="3200" dirty="0"/>
            </a:br>
            <a:endParaRPr lang="es-GT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BE1F55-3396-47E7-ADAC-992705678A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1538" y="1052615"/>
            <a:ext cx="9048924" cy="54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0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B5A99-C16F-44B4-848D-17197303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31081"/>
          </a:xfrm>
        </p:spPr>
        <p:txBody>
          <a:bodyPr>
            <a:noAutofit/>
          </a:bodyPr>
          <a:lstStyle/>
          <a:p>
            <a:r>
              <a:rPr lang="es-ES" sz="3600" b="1" dirty="0"/>
              <a:t>PASO 3 Registrar el detalle de una solicitud utilizando el botón detalle y posteriormente el botón Nuevo</a:t>
            </a:r>
            <a:br>
              <a:rPr lang="es-ES" sz="2800" b="1" dirty="0"/>
            </a:br>
            <a:br>
              <a:rPr lang="es-ES" sz="2800" b="1" dirty="0"/>
            </a:br>
            <a:r>
              <a:rPr lang="es-ES" sz="3600" dirty="0"/>
              <a:t>En este detalle podemos registrar el Departamento, Municipio, la comunidad y la cantidad de beneficiarios</a:t>
            </a:r>
            <a:br>
              <a:rPr lang="es-GT" sz="3600" dirty="0"/>
            </a:br>
            <a:br>
              <a:rPr lang="es-GT" sz="2800" dirty="0"/>
            </a:br>
            <a:endParaRPr lang="es-GT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FC0AF9-912F-4F09-A1C4-641B9BA713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63442" y="2537669"/>
            <a:ext cx="6465116" cy="409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2CB0E-49B1-488C-8F67-8B4C061F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2800" dirty="0"/>
              <a:t>También puede modificar o eliminar algún registro de detalle de solicitud previamente creado utilizando los botones Editar o Eliminar</a:t>
            </a:r>
            <a:br>
              <a:rPr lang="es-GT" sz="2800" dirty="0"/>
            </a:br>
            <a:endParaRPr lang="es-GT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2A3F2B-2A7B-43E6-8C33-B08C5D0120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34937" y="1606491"/>
            <a:ext cx="7354348" cy="453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9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9AD77-A09A-46B2-9B67-6DF13B09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2800" dirty="0"/>
              <a:t>Si elegimos Editar podrá cambiar el tipo de intervención, las fechas de Ingreso a despacho o a la unidad, la unidad y cambiar el documento</a:t>
            </a:r>
            <a:br>
              <a:rPr lang="es-GT" sz="2800" dirty="0"/>
            </a:br>
            <a:endParaRPr lang="es-GT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8CF560-0D4F-4C7C-A967-48308BE8EB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27883" y="1690688"/>
            <a:ext cx="7136234" cy="42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5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D12E6-E881-4F9B-91CB-DD9F8092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dirty="0"/>
              <a:t>Si elegimos Eliminar le solicitará que confirme la eliminación del registro de detalle</a:t>
            </a:r>
            <a:br>
              <a:rPr lang="es-GT" sz="3600" dirty="0"/>
            </a:br>
            <a:endParaRPr lang="es-GT" sz="3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7B4035-8ADF-4C10-A91A-90A43D66B3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84602" y="1623269"/>
            <a:ext cx="7622796" cy="451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61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3D678-21AE-4CED-B687-C3BB63570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2800" b="1" dirty="0"/>
              <a:t>Después de registrada la solicitud y su detalle podemos enviar la solicitud a evaluación simplemente dando clic en el botón Enviar y le solicitará que confirme el envío de la misma</a:t>
            </a:r>
            <a:br>
              <a:rPr lang="es-GT" sz="2800" dirty="0"/>
            </a:br>
            <a:endParaRPr lang="es-GT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DD3CFE-7F6B-4D8F-9473-73358DA74C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12440" y="1690688"/>
            <a:ext cx="6918122" cy="466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3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FBE6C-2964-4B6F-8143-AB7F6AEE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 b="1" dirty="0"/>
              <a:t>Ingresar a la opción Evaluación de solicitudes que es donde aparecerán todas las solicitudes que fueron enviadas previamente</a:t>
            </a:r>
            <a:br>
              <a:rPr lang="es-GT" sz="3200" dirty="0"/>
            </a:br>
            <a:endParaRPr lang="es-GT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8E4B62-0A2B-48A2-BBAF-A02C07C739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68492" y="1606490"/>
            <a:ext cx="7455016" cy="473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90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4ED5D-8007-4F14-97DF-33E83647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A70217-4B20-4DC4-9F73-B3769F95F9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87273" y="1908494"/>
            <a:ext cx="6934900" cy="486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19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F8522-0738-468A-AB8E-BF0E75F6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 b="1" dirty="0"/>
              <a:t>Para poder hacer algún cambio en la solicitud a evaluar primeramente deberá realizar un registro en el detalle de validación utilizando el botón Validación</a:t>
            </a:r>
            <a:br>
              <a:rPr lang="es-GT" sz="3200" dirty="0"/>
            </a:br>
            <a:endParaRPr lang="es-GT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4AA4D4-8F5E-4C81-92C4-52852AD6CC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69828" y="1690688"/>
            <a:ext cx="7052344" cy="434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50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3EA4A-D090-45D7-A05A-0A8528E9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 b="1" dirty="0"/>
              <a:t>Deberá utilizar el botón Nueva Validación y cada registro de validación tendrá una Descripción, permitirá subir algún documento y dar unas observaciones</a:t>
            </a:r>
            <a:br>
              <a:rPr lang="es-GT" sz="3200" dirty="0"/>
            </a:br>
            <a:endParaRPr lang="es-GT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287CE8-E0CA-48D9-A6BB-36D56E7806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22165" y="1305408"/>
            <a:ext cx="6532228" cy="386190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6065529-57D4-46C3-8A4E-83A8832FF06F}"/>
              </a:ext>
            </a:extLst>
          </p:cNvPr>
          <p:cNvSpPr/>
          <p:nvPr/>
        </p:nvSpPr>
        <p:spPr>
          <a:xfrm>
            <a:off x="824219" y="5413980"/>
            <a:ext cx="10819700" cy="1069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igual manera podrá Editar o Eliminar algún registro de validación utilizando los botones correspondientes</a:t>
            </a:r>
            <a:endParaRPr lang="es-G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G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143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811B7-A89A-4485-A3A6-9520ED4F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2800" b="1" dirty="0"/>
              <a:t>Medía vez ya registró alguna validación ya podrá regresar a la opción de Editar solicitudes de evaluación para registrar las variables No. De fallecidos, No. De duplicados, No. De registros sin datos y No. De beneficiarios que pertenecer a gobierno</a:t>
            </a:r>
            <a:br>
              <a:rPr lang="es-GT" sz="2800" dirty="0"/>
            </a:br>
            <a:endParaRPr lang="es-GT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03A968-2D75-4189-A8F6-39510B2334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49710" y="1614881"/>
            <a:ext cx="8092580" cy="515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5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0F759-2678-4B5D-B85D-7AD8837C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/>
              <a:t>Posterior a esto podrá enviar la solicitud en evaluación para que pase al proceso de Programación</a:t>
            </a:r>
            <a:br>
              <a:rPr lang="es-GT" sz="3600" dirty="0"/>
            </a:br>
            <a:endParaRPr lang="es-GT" sz="3600" dirty="0"/>
          </a:p>
        </p:txBody>
      </p:sp>
    </p:spTree>
    <p:extLst>
      <p:ext uri="{BB962C8B-B14F-4D97-AF65-F5344CB8AC3E}">
        <p14:creationId xmlns:p14="http://schemas.microsoft.com/office/powerpoint/2010/main" val="367482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0AB5E-E074-4A48-A8C2-55CE413F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116"/>
            <a:ext cx="10515600" cy="1321572"/>
          </a:xfrm>
        </p:spPr>
        <p:txBody>
          <a:bodyPr>
            <a:noAutofit/>
          </a:bodyPr>
          <a:lstStyle/>
          <a:p>
            <a:r>
              <a:rPr lang="es-ES" sz="3200" b="1" dirty="0"/>
              <a:t>EXTRAS</a:t>
            </a:r>
            <a:br>
              <a:rPr lang="es-GT" sz="3200" dirty="0"/>
            </a:br>
            <a:r>
              <a:rPr lang="es-ES" sz="3200" b="1" dirty="0"/>
              <a:t>Dependiente del rol que tenga el usuario se podrá administrar los usuarios de la plataforma</a:t>
            </a:r>
            <a:br>
              <a:rPr lang="es-GT" sz="3200" dirty="0"/>
            </a:br>
            <a:endParaRPr lang="es-GT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06F74B-7AE8-4443-B6BB-A0B8817E7E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94994" y="1791048"/>
            <a:ext cx="7002012" cy="419869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E5EE655-AF23-427E-994B-4EDE798D3C80}"/>
              </a:ext>
            </a:extLst>
          </p:cNvPr>
          <p:cNvSpPr/>
          <p:nvPr/>
        </p:nvSpPr>
        <p:spPr>
          <a:xfrm>
            <a:off x="690694" y="6115127"/>
            <a:ext cx="10433108" cy="37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igual manera podrá Registrar, Editar y eliminar usuarios</a:t>
            </a:r>
            <a:endParaRPr lang="es-G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909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B9F95-EF23-4035-BB2C-66FCB43F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 b="1" dirty="0"/>
              <a:t>También podrán administrar los permisos de los roles que se le asignan a los usuarios</a:t>
            </a:r>
            <a:br>
              <a:rPr lang="es-GT" sz="3200" dirty="0"/>
            </a:br>
            <a:endParaRPr lang="es-GT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53E17B-7DEB-4691-9A59-F4F4FA67B0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60771" y="1631658"/>
            <a:ext cx="7270458" cy="43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0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400</Words>
  <Application>Microsoft Office PowerPoint</Application>
  <PresentationFormat>Panorámica</PresentationFormat>
  <Paragraphs>21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Times New Roman</vt:lpstr>
      <vt:lpstr>Tema de Office</vt:lpstr>
      <vt:lpstr>PASO 1: Loguearse</vt:lpstr>
      <vt:lpstr>PASO 2: Registrar solicitudes de asistencia alimentaria utilizando el botón Nueva Solicitud </vt:lpstr>
      <vt:lpstr>Ventana modal Nueva Solicitud</vt:lpstr>
      <vt:lpstr>También puede modificar o eliminar una solicitud previamente creada utilizando los botones Editar o Eliminar </vt:lpstr>
      <vt:lpstr>Si elegimos Editar podrá cambiar el tipo de intervención, las fechas de Ingreso a despacho o a la unidad, la unidad y cambiar el documento </vt:lpstr>
      <vt:lpstr>Si elegimos Eliminar le solicitará que confirme la eliminación </vt:lpstr>
      <vt:lpstr>PASO 3 Registrar el detalle de una solicitud utilizando el botón detalle y posteriormente el botón Nuevo  En este detalle podemos registrar el Departamento, Municipio, la comunidad y la cantidad de beneficiarios  </vt:lpstr>
      <vt:lpstr>También puede modificar o eliminar algún registro de detalle de solicitud previamente creado utilizando los botones Editar o Eliminar </vt:lpstr>
      <vt:lpstr>Si elegimos Editar podrá cambiar el tipo de intervención, las fechas de Ingreso a despacho o a la unidad, la unidad y cambiar el documento </vt:lpstr>
      <vt:lpstr>Si elegimos Eliminar le solicitará que confirme la eliminación del registro de detalle </vt:lpstr>
      <vt:lpstr>Después de registrada la solicitud y su detalle podemos enviar la solicitud a evaluación simplemente dando clic en el botón Enviar y le solicitará que confirme el envío de la misma </vt:lpstr>
      <vt:lpstr>Ingresar a la opción Evaluación de solicitudes que es donde aparecerán todas las solicitudes que fueron enviadas previamente </vt:lpstr>
      <vt:lpstr>Presentación de PowerPoint</vt:lpstr>
      <vt:lpstr>Para poder hacer algún cambio en la solicitud a evaluar primeramente deberá realizar un registro en el detalle de validación utilizando el botón Validación </vt:lpstr>
      <vt:lpstr>Deberá utilizar el botón Nueva Validación y cada registro de validación tendrá una Descripción, permitirá subir algún documento y dar unas observaciones </vt:lpstr>
      <vt:lpstr>Medía vez ya registró alguna validación ya podrá regresar a la opción de Editar solicitudes de evaluación para registrar las variables No. De fallecidos, No. De duplicados, No. De registros sin datos y No. De beneficiarios que pertenecer a gobierno </vt:lpstr>
      <vt:lpstr>Posterior a esto podrá enviar la solicitud en evaluación para que pase al proceso de Programación </vt:lpstr>
      <vt:lpstr>EXTRAS Dependiente del rol que tenga el usuario se podrá administrar los usuarios de la plataforma </vt:lpstr>
      <vt:lpstr>También podrán administrar los permisos de los roles que se le asignan a los usuarios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PASO 1: Loguearse</dc:title>
  <dc:creator>José Selvyn Citalan Serrano</dc:creator>
  <cp:lastModifiedBy>José Selvyn Citalan Serrano</cp:lastModifiedBy>
  <cp:revision>3</cp:revision>
  <dcterms:created xsi:type="dcterms:W3CDTF">2024-10-04T21:35:06Z</dcterms:created>
  <dcterms:modified xsi:type="dcterms:W3CDTF">2024-10-04T21:59:40Z</dcterms:modified>
</cp:coreProperties>
</file>